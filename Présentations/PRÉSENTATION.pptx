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42" r:id="rId5"/>
    <p:sldId id="352" r:id="rId6"/>
    <p:sldId id="347" r:id="rId7"/>
    <p:sldId id="348" r:id="rId8"/>
    <p:sldId id="353" r:id="rId9"/>
    <p:sldId id="350" r:id="rId10"/>
    <p:sldId id="355" r:id="rId11"/>
    <p:sldId id="351" r:id="rId12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293A89-4436-4B9A-A392-1D65EB7F204A}" v="1581" dt="2025-12-05T14:10:10.651"/>
  </p1510:revLst>
</p1510:revInfo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88" autoAdjust="0"/>
  </p:normalViewPr>
  <p:slideViewPr>
    <p:cSldViewPr snapToGrid="0" snapToObjects="1" showGuides="1">
      <p:cViewPr varScale="1">
        <p:scale>
          <a:sx n="111" d="100"/>
          <a:sy n="111" d="100"/>
        </p:scale>
        <p:origin x="594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286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lyesse KEBAILI" userId="d33646cd-3ad0-4424-9c11-edf5cbfcba60" providerId="ADAL" clId="{A6293A89-4436-4B9A-A392-1D65EB7F204A}"/>
    <pc:docChg chg="undo custSel modSld">
      <pc:chgData name="Ilyesse KEBAILI" userId="d33646cd-3ad0-4424-9c11-edf5cbfcba60" providerId="ADAL" clId="{A6293A89-4436-4B9A-A392-1D65EB7F204A}" dt="2025-12-05T14:10:24.423" v="1662" actId="478"/>
      <pc:docMkLst>
        <pc:docMk/>
      </pc:docMkLst>
      <pc:sldChg chg="addSp delSp modSp mod setBg chgLayout">
        <pc:chgData name="Ilyesse KEBAILI" userId="d33646cd-3ad0-4424-9c11-edf5cbfcba60" providerId="ADAL" clId="{A6293A89-4436-4B9A-A392-1D65EB7F204A}" dt="2025-12-05T14:05:01.341" v="1659" actId="20577"/>
        <pc:sldMkLst>
          <pc:docMk/>
          <pc:sldMk cId="2498031464" sldId="342"/>
        </pc:sldMkLst>
        <pc:spChg chg="add del mod">
          <ac:chgData name="Ilyesse KEBAILI" userId="d33646cd-3ad0-4424-9c11-edf5cbfcba60" providerId="ADAL" clId="{A6293A89-4436-4B9A-A392-1D65EB7F204A}" dt="2025-12-05T13:34:20.920" v="24"/>
          <ac:spMkLst>
            <pc:docMk/>
            <pc:sldMk cId="2498031464" sldId="342"/>
            <ac:spMk id="3" creationId="{6E58F612-E280-4638-C02C-B0F5950A8B1B}"/>
          </ac:spMkLst>
        </pc:spChg>
        <pc:spChg chg="add del">
          <ac:chgData name="Ilyesse KEBAILI" userId="d33646cd-3ad0-4424-9c11-edf5cbfcba60" providerId="ADAL" clId="{A6293A89-4436-4B9A-A392-1D65EB7F204A}" dt="2025-12-05T13:29:51.281" v="23" actId="22"/>
          <ac:spMkLst>
            <pc:docMk/>
            <pc:sldMk cId="2498031464" sldId="342"/>
            <ac:spMk id="7" creationId="{24A2F88F-0CA0-6B79-2E80-FC88C4951550}"/>
          </ac:spMkLst>
        </pc:spChg>
        <pc:spChg chg="mod ord">
          <ac:chgData name="Ilyesse KEBAILI" userId="d33646cd-3ad0-4424-9c11-edf5cbfcba60" providerId="ADAL" clId="{A6293A89-4436-4B9A-A392-1D65EB7F204A}" dt="2025-12-05T13:49:07.455" v="80" actId="6264"/>
          <ac:spMkLst>
            <pc:docMk/>
            <pc:sldMk cId="2498031464" sldId="342"/>
            <ac:spMk id="9" creationId="{2981AB9E-AF0F-CAD0-2DD2-D640FB871E66}"/>
          </ac:spMkLst>
        </pc:spChg>
        <pc:spChg chg="add del mod">
          <ac:chgData name="Ilyesse KEBAILI" userId="d33646cd-3ad0-4424-9c11-edf5cbfcba60" providerId="ADAL" clId="{A6293A89-4436-4B9A-A392-1D65EB7F204A}" dt="2025-12-05T13:44:32.061" v="78" actId="478"/>
          <ac:spMkLst>
            <pc:docMk/>
            <pc:sldMk cId="2498031464" sldId="342"/>
            <ac:spMk id="15" creationId="{391E00C8-C3CA-2CA0-C60C-37F9C9752195}"/>
          </ac:spMkLst>
        </pc:spChg>
        <pc:spChg chg="mod ord">
          <ac:chgData name="Ilyesse KEBAILI" userId="d33646cd-3ad0-4424-9c11-edf5cbfcba60" providerId="ADAL" clId="{A6293A89-4436-4B9A-A392-1D65EB7F204A}" dt="2025-12-05T14:05:01.341" v="1659" actId="20577"/>
          <ac:spMkLst>
            <pc:docMk/>
            <pc:sldMk cId="2498031464" sldId="342"/>
            <ac:spMk id="16" creationId="{008DB5C0-FAF6-97A6-5E2E-086553AB46D8}"/>
          </ac:spMkLst>
        </pc:spChg>
        <pc:spChg chg="add del mod">
          <ac:chgData name="Ilyesse KEBAILI" userId="d33646cd-3ad0-4424-9c11-edf5cbfcba60" providerId="ADAL" clId="{A6293A89-4436-4B9A-A392-1D65EB7F204A}" dt="2025-12-05T13:49:07.455" v="80" actId="6264"/>
          <ac:spMkLst>
            <pc:docMk/>
            <pc:sldMk cId="2498031464" sldId="342"/>
            <ac:spMk id="27" creationId="{6BC485BE-0DEC-1AB3-3ADD-2F6CA7B4FAA2}"/>
          </ac:spMkLst>
        </pc:spChg>
        <pc:spChg chg="add del mod">
          <ac:chgData name="Ilyesse KEBAILI" userId="d33646cd-3ad0-4424-9c11-edf5cbfcba60" providerId="ADAL" clId="{A6293A89-4436-4B9A-A392-1D65EB7F204A}" dt="2025-12-05T13:49:07.455" v="80" actId="6264"/>
          <ac:spMkLst>
            <pc:docMk/>
            <pc:sldMk cId="2498031464" sldId="342"/>
            <ac:spMk id="28" creationId="{8E4D2690-143F-0D29-8E15-C7EE23B5FD4A}"/>
          </ac:spMkLst>
        </pc:spChg>
        <pc:spChg chg="add del mod">
          <ac:chgData name="Ilyesse KEBAILI" userId="d33646cd-3ad0-4424-9c11-edf5cbfcba60" providerId="ADAL" clId="{A6293A89-4436-4B9A-A392-1D65EB7F204A}" dt="2025-12-05T13:49:07.455" v="80" actId="6264"/>
          <ac:spMkLst>
            <pc:docMk/>
            <pc:sldMk cId="2498031464" sldId="342"/>
            <ac:spMk id="29" creationId="{172D6C05-1978-1C36-E713-77A6A4755BD8}"/>
          </ac:spMkLst>
        </pc:spChg>
        <pc:spChg chg="add del mod">
          <ac:chgData name="Ilyesse KEBAILI" userId="d33646cd-3ad0-4424-9c11-edf5cbfcba60" providerId="ADAL" clId="{A6293A89-4436-4B9A-A392-1D65EB7F204A}" dt="2025-12-05T13:49:07.455" v="80" actId="6264"/>
          <ac:spMkLst>
            <pc:docMk/>
            <pc:sldMk cId="2498031464" sldId="342"/>
            <ac:spMk id="30" creationId="{FB2D0235-ED9F-4861-2FFF-4E2595DD15AC}"/>
          </ac:spMkLst>
        </pc:spChg>
        <pc:spChg chg="add del mod">
          <ac:chgData name="Ilyesse KEBAILI" userId="d33646cd-3ad0-4424-9c11-edf5cbfcba60" providerId="ADAL" clId="{A6293A89-4436-4B9A-A392-1D65EB7F204A}" dt="2025-12-05T13:52:25.206" v="1289"/>
          <ac:spMkLst>
            <pc:docMk/>
            <pc:sldMk cId="2498031464" sldId="342"/>
            <ac:spMk id="35" creationId="{0F6CF52D-8FA7-DFCC-3D0E-76DA5803C44D}"/>
          </ac:spMkLst>
        </pc:spChg>
        <pc:spChg chg="add del">
          <ac:chgData name="Ilyesse KEBAILI" userId="d33646cd-3ad0-4424-9c11-edf5cbfcba60" providerId="ADAL" clId="{A6293A89-4436-4B9A-A392-1D65EB7F204A}" dt="2025-12-05T13:43:57.520" v="66"/>
          <ac:spMkLst>
            <pc:docMk/>
            <pc:sldMk cId="2498031464" sldId="342"/>
            <ac:spMk id="39" creationId="{4049396D-6796-6F16-9DF3-11A751775ABB}"/>
          </ac:spMkLst>
        </pc:spChg>
        <pc:spChg chg="add del mod">
          <ac:chgData name="Ilyesse KEBAILI" userId="d33646cd-3ad0-4424-9c11-edf5cbfcba60" providerId="ADAL" clId="{A6293A89-4436-4B9A-A392-1D65EB7F204A}" dt="2025-12-05T13:57:18.446" v="1320" actId="478"/>
          <ac:spMkLst>
            <pc:docMk/>
            <pc:sldMk cId="2498031464" sldId="342"/>
            <ac:spMk id="42" creationId="{A4EC04CE-1665-F56C-6EBB-A420581D33AB}"/>
          </ac:spMkLst>
        </pc:spChg>
        <pc:picChg chg="add del mod">
          <ac:chgData name="Ilyesse KEBAILI" userId="d33646cd-3ad0-4424-9c11-edf5cbfcba60" providerId="ADAL" clId="{A6293A89-4436-4B9A-A392-1D65EB7F204A}" dt="2025-12-05T13:37:58.359" v="51" actId="478"/>
          <ac:picMkLst>
            <pc:docMk/>
            <pc:sldMk cId="2498031464" sldId="342"/>
            <ac:picMk id="4" creationId="{2FD63D4C-1A2E-503A-212C-694F62B49412}"/>
          </ac:picMkLst>
        </pc:picChg>
        <pc:picChg chg="add del mod">
          <ac:chgData name="Ilyesse KEBAILI" userId="d33646cd-3ad0-4424-9c11-edf5cbfcba60" providerId="ADAL" clId="{A6293A89-4436-4B9A-A392-1D65EB7F204A}" dt="2025-12-05T13:34:22.769" v="27" actId="478"/>
          <ac:picMkLst>
            <pc:docMk/>
            <pc:sldMk cId="2498031464" sldId="342"/>
            <ac:picMk id="5" creationId="{2C50432B-B6F3-3896-3C73-829C77EC0781}"/>
          </ac:picMkLst>
        </pc:picChg>
        <pc:picChg chg="add mod ord">
          <ac:chgData name="Ilyesse KEBAILI" userId="d33646cd-3ad0-4424-9c11-edf5cbfcba60" providerId="ADAL" clId="{A6293A89-4436-4B9A-A392-1D65EB7F204A}" dt="2025-12-05T13:53:06.896" v="1318" actId="1076"/>
          <ac:picMkLst>
            <pc:docMk/>
            <pc:sldMk cId="2498031464" sldId="342"/>
            <ac:picMk id="10" creationId="{403F4B64-3BF0-1C6C-F823-C215B7AEB08B}"/>
          </ac:picMkLst>
        </pc:picChg>
        <pc:picChg chg="add mod">
          <ac:chgData name="Ilyesse KEBAILI" userId="d33646cd-3ad0-4424-9c11-edf5cbfcba60" providerId="ADAL" clId="{A6293A89-4436-4B9A-A392-1D65EB7F204A}" dt="2025-12-05T13:35:30.632" v="43"/>
          <ac:picMkLst>
            <pc:docMk/>
            <pc:sldMk cId="2498031464" sldId="342"/>
            <ac:picMk id="12" creationId="{04FC7242-72A7-BE53-7DCC-E7CB4F12A8F6}"/>
          </ac:picMkLst>
        </pc:picChg>
        <pc:picChg chg="add mod">
          <ac:chgData name="Ilyesse KEBAILI" userId="d33646cd-3ad0-4424-9c11-edf5cbfcba60" providerId="ADAL" clId="{A6293A89-4436-4B9A-A392-1D65EB7F204A}" dt="2025-12-05T13:37:56.584" v="50"/>
          <ac:picMkLst>
            <pc:docMk/>
            <pc:sldMk cId="2498031464" sldId="342"/>
            <ac:picMk id="14" creationId="{9445C3EB-09EB-E2EC-1A2B-4CC244B124F7}"/>
          </ac:picMkLst>
        </pc:picChg>
        <pc:picChg chg="add del mod">
          <ac:chgData name="Ilyesse KEBAILI" userId="d33646cd-3ad0-4424-9c11-edf5cbfcba60" providerId="ADAL" clId="{A6293A89-4436-4B9A-A392-1D65EB7F204A}" dt="2025-12-05T13:44:28.692" v="77" actId="478"/>
          <ac:picMkLst>
            <pc:docMk/>
            <pc:sldMk cId="2498031464" sldId="342"/>
            <ac:picMk id="17" creationId="{0A510653-A053-1CE6-9632-CE69C34BC447}"/>
          </ac:picMkLst>
        </pc:picChg>
        <pc:picChg chg="add del mod ord">
          <ac:chgData name="Ilyesse KEBAILI" userId="d33646cd-3ad0-4424-9c11-edf5cbfcba60" providerId="ADAL" clId="{A6293A89-4436-4B9A-A392-1D65EB7F204A}" dt="2025-12-05T13:51:43.482" v="1284" actId="478"/>
          <ac:picMkLst>
            <pc:docMk/>
            <pc:sldMk cId="2498031464" sldId="342"/>
            <ac:picMk id="19" creationId="{82573F49-5AA6-945A-6CAA-81E11296951A}"/>
          </ac:picMkLst>
        </pc:picChg>
        <pc:picChg chg="add del mod">
          <ac:chgData name="Ilyesse KEBAILI" userId="d33646cd-3ad0-4424-9c11-edf5cbfcba60" providerId="ADAL" clId="{A6293A89-4436-4B9A-A392-1D65EB7F204A}" dt="2025-12-05T13:51:46.182" v="1285" actId="478"/>
          <ac:picMkLst>
            <pc:docMk/>
            <pc:sldMk cId="2498031464" sldId="342"/>
            <ac:picMk id="21" creationId="{7DAE1A8D-1E5E-F234-9158-104AFB8715E2}"/>
          </ac:picMkLst>
        </pc:picChg>
        <pc:picChg chg="add del">
          <ac:chgData name="Ilyesse KEBAILI" userId="d33646cd-3ad0-4424-9c11-edf5cbfcba60" providerId="ADAL" clId="{A6293A89-4436-4B9A-A392-1D65EB7F204A}" dt="2025-12-05T13:44:18.705" v="73" actId="22"/>
          <ac:picMkLst>
            <pc:docMk/>
            <pc:sldMk cId="2498031464" sldId="342"/>
            <ac:picMk id="23" creationId="{EFB891BC-8656-54F3-A426-64ED97E7189E}"/>
          </ac:picMkLst>
        </pc:picChg>
        <pc:picChg chg="add del mod">
          <ac:chgData name="Ilyesse KEBAILI" userId="d33646cd-3ad0-4424-9c11-edf5cbfcba60" providerId="ADAL" clId="{A6293A89-4436-4B9A-A392-1D65EB7F204A}" dt="2025-12-05T13:44:25.736" v="76" actId="478"/>
          <ac:picMkLst>
            <pc:docMk/>
            <pc:sldMk cId="2498031464" sldId="342"/>
            <ac:picMk id="25" creationId="{EDC80C36-E277-2A19-9AF4-DB7E1BA5923B}"/>
          </ac:picMkLst>
        </pc:picChg>
        <pc:picChg chg="add del mod">
          <ac:chgData name="Ilyesse KEBAILI" userId="d33646cd-3ad0-4424-9c11-edf5cbfcba60" providerId="ADAL" clId="{A6293A89-4436-4B9A-A392-1D65EB7F204A}" dt="2025-12-05T13:52:24.657" v="1288" actId="478"/>
          <ac:picMkLst>
            <pc:docMk/>
            <pc:sldMk cId="2498031464" sldId="342"/>
            <ac:picMk id="32" creationId="{19FB5BA0-8ED4-4958-3958-35C911406D2A}"/>
          </ac:picMkLst>
        </pc:picChg>
        <pc:picChg chg="del mod">
          <ac:chgData name="Ilyesse KEBAILI" userId="d33646cd-3ad0-4424-9c11-edf5cbfcba60" providerId="ADAL" clId="{A6293A89-4436-4B9A-A392-1D65EB7F204A}" dt="2025-12-05T13:25:57.758" v="11" actId="478"/>
          <ac:picMkLst>
            <pc:docMk/>
            <pc:sldMk cId="2498031464" sldId="342"/>
            <ac:picMk id="34" creationId="{0923603B-021E-53A7-27D3-33F29714BA6A}"/>
          </ac:picMkLst>
        </pc:picChg>
        <pc:picChg chg="add del">
          <ac:chgData name="Ilyesse KEBAILI" userId="d33646cd-3ad0-4424-9c11-edf5cbfcba60" providerId="ADAL" clId="{A6293A89-4436-4B9A-A392-1D65EB7F204A}" dt="2025-12-05T13:51:51.781" v="1287" actId="22"/>
          <ac:picMkLst>
            <pc:docMk/>
            <pc:sldMk cId="2498031464" sldId="342"/>
            <ac:picMk id="37" creationId="{B582E5B2-3499-01FA-8CF9-B1EB582E75CA}"/>
          </ac:picMkLst>
        </pc:picChg>
        <pc:picChg chg="add del mod">
          <ac:chgData name="Ilyesse KEBAILI" userId="d33646cd-3ad0-4424-9c11-edf5cbfcba60" providerId="ADAL" clId="{A6293A89-4436-4B9A-A392-1D65EB7F204A}" dt="2025-12-05T13:57:18.446" v="1320" actId="478"/>
          <ac:picMkLst>
            <pc:docMk/>
            <pc:sldMk cId="2498031464" sldId="342"/>
            <ac:picMk id="40" creationId="{56D67A08-4C4C-8FB5-A6F2-D84CF0AECC0B}"/>
          </ac:picMkLst>
        </pc:picChg>
      </pc:sldChg>
      <pc:sldChg chg="addSp delSp modSp mod delAnim modAnim">
        <pc:chgData name="Ilyesse KEBAILI" userId="d33646cd-3ad0-4424-9c11-edf5cbfcba60" providerId="ADAL" clId="{A6293A89-4436-4B9A-A392-1D65EB7F204A}" dt="2025-12-05T14:10:24.423" v="1662" actId="478"/>
        <pc:sldMkLst>
          <pc:docMk/>
          <pc:sldMk cId="1460159330" sldId="359"/>
        </pc:sldMkLst>
        <pc:picChg chg="add del mod">
          <ac:chgData name="Ilyesse KEBAILI" userId="d33646cd-3ad0-4424-9c11-edf5cbfcba60" providerId="ADAL" clId="{A6293A89-4436-4B9A-A392-1D65EB7F204A}" dt="2025-12-05T14:10:24.423" v="1662" actId="478"/>
          <ac:picMkLst>
            <pc:docMk/>
            <pc:sldMk cId="1460159330" sldId="359"/>
            <ac:picMk id="2" creationId="{1282A2FA-5E43-BD47-5895-DACDAFA818F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F384DC7D-6AEA-4694-83C0-81E5019B1120}" type="datetime1">
              <a:rPr lang="fr-FR" smtClean="0"/>
              <a:t>08/12/2025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9E9D61A1-75D9-49F7-83EB-F5872642613A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325E0694-821B-4FB6-88D9-E5E64C7A1630}" type="datetime1">
              <a:rPr lang="fr-FR" smtClean="0"/>
              <a:t>08/12/2025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DEF75CB5-5666-5049-9AE0-38EFD385C21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EF75CB5-5666-5049-9AE0-38EFD385C21E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sous-titr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rtlCol="0" anchor="b" anchorCtr="0">
            <a:noAutofit/>
          </a:bodyPr>
          <a:lstStyle>
            <a:lvl1pPr algn="ctr">
              <a:defRPr lang="fr-FR"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 rtlCol="0">
            <a:noAutofit/>
          </a:bodyPr>
          <a:lstStyle>
            <a:lvl1pPr marL="0" indent="0" algn="ctr">
              <a:buNone/>
              <a:defRPr lang="fr-FR"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fr-FR" sz="2000"/>
            </a:lvl2pPr>
            <a:lvl3pPr marL="914400" indent="0" algn="ctr">
              <a:buNone/>
              <a:defRPr lang="fr-FR" sz="1800"/>
            </a:lvl3pPr>
            <a:lvl4pPr marL="1371600" indent="0" algn="ctr">
              <a:buNone/>
              <a:defRPr lang="fr-FR" sz="1600"/>
            </a:lvl4pPr>
            <a:lvl5pPr marL="1828800" indent="0" algn="ctr">
              <a:buNone/>
              <a:defRPr lang="fr-FR" sz="1600"/>
            </a:lvl5pPr>
            <a:lvl6pPr marL="2286000" indent="0" algn="ctr">
              <a:buNone/>
              <a:defRPr lang="fr-FR" sz="1600"/>
            </a:lvl6pPr>
            <a:lvl7pPr marL="2743200" indent="0" algn="ctr">
              <a:buNone/>
              <a:defRPr lang="fr-FR" sz="1600"/>
            </a:lvl7pPr>
            <a:lvl8pPr marL="3200400" indent="0" algn="ctr">
              <a:buNone/>
              <a:defRPr lang="fr-FR" sz="1600"/>
            </a:lvl8pPr>
            <a:lvl9pPr marL="3657600" indent="0" algn="ctr">
              <a:buNone/>
              <a:defRPr lang="fr-FR" sz="1600"/>
            </a:lvl9pPr>
          </a:lstStyle>
          <a:p>
            <a:pPr rtl="0"/>
            <a:r>
              <a:rPr lang="fr-FR"/>
              <a:t>Cliquez pour ajouter un sous-titre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rtlCol="0" anchor="ctr" anchorCtr="0">
            <a:noAutofit/>
          </a:bodyPr>
          <a:lstStyle>
            <a:lvl1pPr algn="ctr">
              <a:defRPr lang="fr-FR"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 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pic>
          <p:nvPicPr>
            <p:cNvPr id="6" name="Espace réservé du contenu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e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algn="ctr" rtl="0"/>
                <a:endParaRPr lang="fr-FR" dirty="0"/>
              </a:p>
            </p:txBody>
          </p:sp>
          <p:sp>
            <p:nvSpPr>
              <p:cNvPr id="9" name="Graphique 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 dirty="0"/>
              </a:p>
            </p:txBody>
          </p:sp>
        </p:grp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rtlCol="0" anchor="b"/>
          <a:lstStyle>
            <a:lvl1pPr>
              <a:defRPr lang="fr-FR"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 rtlCol="0"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fr-FR"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fr-FR"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fr-FR"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fr-FR"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fr-FR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et 2 colonne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rtlCol="0" anchor="b">
            <a:noAutofit/>
          </a:bodyPr>
          <a:lstStyle>
            <a:lvl1pPr algn="ctr">
              <a:defRPr lang="fr-FR" sz="3200" cap="all" spc="300" baseline="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 rtlCol="0">
            <a:noAutofit/>
          </a:bodyPr>
          <a:lstStyle>
            <a:lvl1pPr marL="0" indent="0" algn="ctr">
              <a:buNone/>
              <a:defRPr lang="fr-FR"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fr-FR" sz="2000"/>
            </a:lvl2pPr>
            <a:lvl3pPr marL="914400" indent="0" algn="ctr">
              <a:buNone/>
              <a:defRPr lang="fr-FR" sz="1800"/>
            </a:lvl3pPr>
            <a:lvl4pPr marL="1371600" indent="0" algn="ctr">
              <a:buNone/>
              <a:defRPr lang="fr-FR" sz="1600"/>
            </a:lvl4pPr>
            <a:lvl5pPr marL="1828800" indent="0" algn="ctr">
              <a:buNone/>
              <a:defRPr lang="fr-FR" sz="1600"/>
            </a:lvl5pPr>
            <a:lvl6pPr marL="2286000" indent="0" algn="ctr">
              <a:buNone/>
              <a:defRPr lang="fr-FR" sz="1600"/>
            </a:lvl6pPr>
            <a:lvl7pPr marL="2743200" indent="0" algn="ctr">
              <a:buNone/>
              <a:defRPr lang="fr-FR" sz="1600"/>
            </a:lvl7pPr>
            <a:lvl8pPr marL="3200400" indent="0" algn="ctr">
              <a:buNone/>
              <a:defRPr lang="fr-FR" sz="1600"/>
            </a:lvl8pPr>
            <a:lvl9pPr marL="3657600" indent="0" algn="ctr">
              <a:buNone/>
              <a:defRPr lang="fr-FR" sz="1600"/>
            </a:lvl9pPr>
          </a:lstStyle>
          <a:p>
            <a:pPr rtl="0"/>
            <a:r>
              <a:rPr lang="fr-FR"/>
              <a:t>Cliquez pour ajouter un sous-titre</a:t>
            </a:r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fr-F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fr-F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fr-FR" smtClean="0"/>
              <a:pPr rtl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la section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rtlCol="0" anchor="b">
            <a:noAutofit/>
          </a:bodyPr>
          <a:lstStyle>
            <a:lvl1pPr algn="l">
              <a:defRPr lang="fr-FR" sz="2400" cap="all" spc="300" baseline="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8" name="Sous-titr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 rtlCol="0">
            <a:noAutofit/>
          </a:bodyPr>
          <a:lstStyle>
            <a:lvl1pPr marL="0" indent="0" algn="l">
              <a:buNone/>
              <a:defRPr lang="fr-FR"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fr-FR" sz="2000"/>
            </a:lvl2pPr>
            <a:lvl3pPr marL="914400" indent="0" algn="ctr">
              <a:buNone/>
              <a:defRPr lang="fr-FR" sz="1800"/>
            </a:lvl3pPr>
            <a:lvl4pPr marL="1371600" indent="0" algn="ctr">
              <a:buNone/>
              <a:defRPr lang="fr-FR" sz="1600"/>
            </a:lvl4pPr>
            <a:lvl5pPr marL="1828800" indent="0" algn="ctr">
              <a:buNone/>
              <a:defRPr lang="fr-FR" sz="1600"/>
            </a:lvl5pPr>
            <a:lvl6pPr marL="2286000" indent="0" algn="ctr">
              <a:buNone/>
              <a:defRPr lang="fr-FR" sz="1600"/>
            </a:lvl6pPr>
            <a:lvl7pPr marL="2743200" indent="0" algn="ctr">
              <a:buNone/>
              <a:defRPr lang="fr-FR" sz="1600"/>
            </a:lvl7pPr>
            <a:lvl8pPr marL="3200400" indent="0" algn="ctr">
              <a:buNone/>
              <a:defRPr lang="fr-FR" sz="1600"/>
            </a:lvl8pPr>
            <a:lvl9pPr marL="3657600" indent="0" algn="ctr">
              <a:buNone/>
              <a:defRPr lang="fr-FR" sz="1600"/>
            </a:lvl9pPr>
          </a:lstStyle>
          <a:p>
            <a:pPr rtl="0"/>
            <a:r>
              <a:rPr lang="fr-FR"/>
              <a:t>Cliquez pour ajouter un sous-titre</a:t>
            </a:r>
          </a:p>
        </p:txBody>
      </p:sp>
      <p:sp>
        <p:nvSpPr>
          <p:cNvPr id="10" name="Espace réservé d’image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 rtlCol="0"/>
          <a:lstStyle>
            <a:lvl1pPr algn="ctr">
              <a:defRPr lang="fr-FR" sz="2000"/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fr-F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fr-F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fr-FR" smtClean="0"/>
              <a:pPr rtl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et 2 colonnes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rtlCol="0" anchor="b">
            <a:noAutofit/>
          </a:bodyPr>
          <a:lstStyle>
            <a:lvl1pPr algn="l">
              <a:defRPr lang="fr-F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 rtlCol="0"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fr-F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fr-F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fr-FR" smtClean="0"/>
              <a:pPr rtl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et 2 colonne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 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que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 dirty="0"/>
              </a:p>
            </p:txBody>
          </p:sp>
          <p:sp>
            <p:nvSpPr>
              <p:cNvPr id="13" name="Graphique 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 dirty="0"/>
              </a:p>
            </p:txBody>
          </p:sp>
        </p:grpSp>
        <p:grpSp>
          <p:nvGrpSpPr>
            <p:cNvPr id="14" name="Groupe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sme 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 dirty="0"/>
              </a:p>
            </p:txBody>
          </p:sp>
          <p:sp>
            <p:nvSpPr>
              <p:cNvPr id="7" name="Graphique 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 dirty="0"/>
              </a:p>
            </p:txBody>
          </p:sp>
        </p:grp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rtlCol="0" anchor="b"/>
          <a:lstStyle>
            <a:lvl1pPr algn="ctr">
              <a:defRPr lang="fr-FR"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 rtlCol="0">
            <a:noAutofit/>
          </a:bodyPr>
          <a:lstStyle>
            <a:lvl1pPr marL="0" indent="0" algn="ctr">
              <a:buNone/>
              <a:defRPr lang="fr-FR"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fr-FR" sz="2000"/>
            </a:lvl2pPr>
            <a:lvl3pPr marL="914400" indent="0" algn="ctr">
              <a:buNone/>
              <a:defRPr lang="fr-FR" sz="1800"/>
            </a:lvl3pPr>
            <a:lvl4pPr marL="1371600" indent="0" algn="ctr">
              <a:buNone/>
              <a:defRPr lang="fr-FR" sz="1600"/>
            </a:lvl4pPr>
            <a:lvl5pPr marL="1828800" indent="0" algn="ctr">
              <a:buNone/>
              <a:defRPr lang="fr-FR" sz="1600"/>
            </a:lvl5pPr>
            <a:lvl6pPr marL="2286000" indent="0" algn="ctr">
              <a:buNone/>
              <a:defRPr lang="fr-FR" sz="1600"/>
            </a:lvl6pPr>
            <a:lvl7pPr marL="2743200" indent="0" algn="ctr">
              <a:buNone/>
              <a:defRPr lang="fr-FR" sz="1600"/>
            </a:lvl7pPr>
            <a:lvl8pPr marL="3200400" indent="0" algn="ctr">
              <a:buNone/>
              <a:defRPr lang="fr-FR" sz="1600"/>
            </a:lvl8pPr>
            <a:lvl9pPr marL="3657600" indent="0" algn="ctr">
              <a:buNone/>
              <a:defRPr lang="fr-FR" sz="1600"/>
            </a:lvl9pPr>
          </a:lstStyle>
          <a:p>
            <a:pPr rtl="0"/>
            <a:r>
              <a:rPr lang="fr-FR"/>
              <a:t>Cliquez pour ajouter un sous-titre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et 2 colonne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pic>
          <p:nvPicPr>
            <p:cNvPr id="6" name="Image 5" descr="Une spirale bleue et violette&#10;&#10;Description générée automatiquement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que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 dirty="0"/>
              </a:p>
            </p:txBody>
          </p:sp>
          <p:sp>
            <p:nvSpPr>
              <p:cNvPr id="12" name="Graphique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 dirty="0"/>
              </a:p>
            </p:txBody>
          </p:sp>
          <p:sp>
            <p:nvSpPr>
              <p:cNvPr id="13" name="Graphique 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 dirty="0"/>
              </a:p>
            </p:txBody>
          </p:sp>
        </p:grpSp>
        <p:grpSp>
          <p:nvGrpSpPr>
            <p:cNvPr id="8" name="Groupe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que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 dirty="0"/>
              </a:p>
            </p:txBody>
          </p:sp>
          <p:sp>
            <p:nvSpPr>
              <p:cNvPr id="10" name="Graphique 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 dirty="0"/>
              </a:p>
            </p:txBody>
          </p:sp>
        </p:grpSp>
      </p:grp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rtlCol="0" anchor="b">
            <a:noAutofit/>
          </a:bodyPr>
          <a:lstStyle>
            <a:lvl1pPr algn="l">
              <a:defRPr lang="fr-F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fr-FR"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spc="0">
                <a:solidFill>
                  <a:schemeClr val="bg1"/>
                </a:solidFill>
              </a:defRPr>
            </a:lvl4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21" name="Espace réservé du contenu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fr-FR"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spc="0">
                <a:solidFill>
                  <a:schemeClr val="bg1"/>
                </a:solidFill>
              </a:defRPr>
            </a:lvl4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fr-F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fr-F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fr-FR" smtClean="0"/>
              <a:pPr rtl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et 2 colonne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e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que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Graphique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Graphique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rtlCol="0" anchor="b">
            <a:noAutofit/>
          </a:bodyPr>
          <a:lstStyle>
            <a:lvl1pPr algn="l">
              <a:defRPr lang="fr-F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 rtlCol="0"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fr-FR"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lang="fr-FR"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lang="fr-FR"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lang="fr-FR"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19" name="Espace réservé du contenu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fr-FR"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fr-F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fr-F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fr-FR" smtClean="0"/>
              <a:pPr rtl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et 2 colonnes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rtlCol="0" anchor="b">
            <a:noAutofit/>
          </a:bodyPr>
          <a:lstStyle>
            <a:lvl1pPr algn="l">
              <a:defRPr lang="fr-F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0" name="Espace réservé d’image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 rtlCol="0"/>
          <a:lstStyle>
            <a:lvl1pPr algn="ctr">
              <a:defRPr lang="fr-FR" sz="2000"/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19" name="Espace réservé du contenu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lang="fr-FR"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800" spc="0"/>
            </a:lvl4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fr-F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fr-FR" smtClean="0"/>
              <a:pPr rtl="0"/>
              <a:t>‹N°›</a:t>
            </a:fld>
            <a:endParaRPr lang="fr-FR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et 2 colonnes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rtlCol="0" anchor="b">
            <a:noAutofit/>
          </a:bodyPr>
          <a:lstStyle>
            <a:lvl1pPr algn="l">
              <a:defRPr lang="fr-F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9" name="Espace réservé du contenu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lang="fr-FR"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800" spc="0"/>
            </a:lvl4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12" name="Espace réservé au tableau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 rtlCol="0"/>
          <a:lstStyle>
            <a:lvl1pPr>
              <a:defRPr lang="fr-FR" sz="2400">
                <a:latin typeface="+mn-lt"/>
              </a:defRPr>
            </a:lvl1pPr>
          </a:lstStyle>
          <a:p>
            <a:pPr rtl="0"/>
            <a:r>
              <a:rPr lang="fr-FR"/>
              <a:t>Cliquez sur l'icône pour ajouter un tableau</a:t>
            </a:r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fr-F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et 2 colonne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rtlCol="0" anchor="b">
            <a:noAutofit/>
          </a:bodyPr>
          <a:lstStyle>
            <a:lvl1pPr algn="l">
              <a:defRPr lang="fr-F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9" name="Espace réservé du contenu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 rtlCol="0"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lang="fr-FR"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lang="fr-FR"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lang="fr-FR"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lang="fr-FR" sz="1800" spc="0"/>
            </a:lvl4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lang="fr-FR"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lang="fr-FR"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lang="fr-FR"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lang="fr-FR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fr-F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fr-F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fr-FR" smtClean="0"/>
              <a:pPr rtl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2 colonne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rtlCol="0" anchor="b">
            <a:noAutofit/>
          </a:bodyPr>
          <a:lstStyle>
            <a:lvl1pPr algn="l">
              <a:defRPr lang="fr-F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0" name="Espace réservé au tableau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 rtlCol="0"/>
          <a:lstStyle>
            <a:lvl1pPr>
              <a:defRPr lang="fr-FR" sz="2400">
                <a:latin typeface="+mn-lt"/>
              </a:defRPr>
            </a:lvl1pPr>
          </a:lstStyle>
          <a:p>
            <a:pPr rtl="0"/>
            <a:r>
              <a:rPr lang="fr-FR"/>
              <a:t>Cliquez sur l'icône pour ajouter un tableau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fr-F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fr-F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fr-FR" smtClean="0"/>
              <a:pPr rtl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rmeture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e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algn="ctr" rtl="0"/>
                <a:endParaRPr lang="fr-FR" dirty="0"/>
              </a:p>
            </p:txBody>
          </p:sp>
          <p:sp>
            <p:nvSpPr>
              <p:cNvPr id="18" name="Graphique 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 dirty="0"/>
              </a:p>
            </p:txBody>
          </p:sp>
        </p:grpSp>
        <p:pic>
          <p:nvPicPr>
            <p:cNvPr id="4" name="Espace réservé du contenu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rtlCol="0" anchor="b">
            <a:noAutofit/>
          </a:bodyPr>
          <a:lstStyle>
            <a:lvl1pPr>
              <a:defRPr lang="fr-FR" sz="3200" cap="all" baseline="0">
                <a:solidFill>
                  <a:schemeClr val="accent3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 rtlCol="0"/>
          <a:lstStyle>
            <a:lvl1pPr>
              <a:lnSpc>
                <a:spcPct val="120000"/>
              </a:lnSpc>
              <a:spcBef>
                <a:spcPts val="1000"/>
              </a:spcBef>
              <a:defRPr lang="fr-FR"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fr-FR"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fr-FR"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fr-FR"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fr-FR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fr-FR"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fr-FR"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fr-FR"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rtl="0"/>
            <a:fld id="{FE024F78-56A6-7740-B68D-8D4D026EDF3F}" type="slidenum">
              <a:rPr lang="fr-FR" smtClean="0"/>
              <a:pPr rtl="0"/>
              <a:t>‹N°›</a:t>
            </a:fld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E74D02D-742C-0ACF-E513-3BD8B76430A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19763" y="6642100"/>
            <a:ext cx="7810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C2 - Restricted</a:t>
            </a:r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fr-FR"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fr-FR"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fr-FR"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fr-FR"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fr-FR"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fr-FR"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8000">
              <a:schemeClr val="bg1"/>
            </a:gs>
            <a:gs pos="19000">
              <a:schemeClr val="accent6"/>
            </a:gs>
            <a:gs pos="32000">
              <a:srgbClr val="02090E"/>
            </a:gs>
            <a:gs pos="85000">
              <a:srgbClr val="021F5E"/>
            </a:gs>
            <a:gs pos="93000">
              <a:schemeClr val="accent4">
                <a:lumMod val="75000"/>
              </a:schemeClr>
            </a:gs>
            <a:gs pos="100000">
              <a:schemeClr val="accent4"/>
            </a:gs>
          </a:gsLst>
          <a:lin ang="16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ous-titr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934" y="1887599"/>
            <a:ext cx="9798132" cy="1616904"/>
          </a:xfrm>
        </p:spPr>
        <p:txBody>
          <a:bodyPr rtlCol="0" anchor="b">
            <a:noAutofit/>
          </a:bodyPr>
          <a:lstStyle>
            <a:defPPr>
              <a:defRPr lang="fr-FR"/>
            </a:defPPr>
          </a:lstStyle>
          <a:p>
            <a:pPr algn="ctr" rtl="0"/>
            <a:r>
              <a:rPr lang="fr-FR" sz="9600" dirty="0" err="1">
                <a:latin typeface="THE WIREFRAME Demo" panose="02000500000000000000" pitchFamily="2" charset="0"/>
              </a:rPr>
              <a:t>Netmorph</a:t>
            </a:r>
            <a:endParaRPr lang="fr-FR" sz="9600" dirty="0">
              <a:latin typeface="THE WIREFRAME Demo" panose="02000500000000000000" pitchFamily="2" charset="0"/>
            </a:endParaRP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5B78A3B3-CEF8-042E-D391-4C7B16976B3D}"/>
              </a:ext>
            </a:extLst>
          </p:cNvPr>
          <p:cNvSpPr txBox="1">
            <a:spLocks/>
          </p:cNvSpPr>
          <p:nvPr/>
        </p:nvSpPr>
        <p:spPr>
          <a:xfrm>
            <a:off x="4774816" y="1246188"/>
            <a:ext cx="2856865" cy="34274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fr-FR"/>
            </a:defPPr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1800" kern="1200">
                <a:solidFill>
                  <a:schemeClr val="bg1"/>
                </a:solidFill>
                <a:latin typeface="+mn-lt"/>
                <a:ea typeface="+mn-ea"/>
                <a:cs typeface="Biome" panose="020B0503030204020804" pitchFamily="34" charset="0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fr-FR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fr-FR"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fr-FR"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fr-FR"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1BE87923-A88F-D0EA-163C-A60CFC0E18CE}"/>
              </a:ext>
            </a:extLst>
          </p:cNvPr>
          <p:cNvSpPr txBox="1">
            <a:spLocks/>
          </p:cNvSpPr>
          <p:nvPr/>
        </p:nvSpPr>
        <p:spPr>
          <a:xfrm>
            <a:off x="1336547" y="3959068"/>
            <a:ext cx="9518905" cy="238786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2800" kern="1200">
                <a:solidFill>
                  <a:schemeClr val="accent3"/>
                </a:solidFill>
                <a:latin typeface="+mj-lt"/>
                <a:ea typeface="+mn-ea"/>
                <a:cs typeface="Biome" panose="020B0503030204020804" pitchFamily="34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lang="fr-FR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lang="fr-FR"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lang="fr-FR"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lang="fr-FR"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dirty="0">
                <a:latin typeface="OCR A Extended" panose="02010509020102010303" pitchFamily="50" charset="0"/>
              </a:rPr>
              <a:t>Arrêtez de recopier, faites juste </a:t>
            </a:r>
            <a:r>
              <a:rPr lang="fr-FR" i="1" dirty="0" err="1">
                <a:latin typeface="OCR A Extended" panose="02010509020102010303" pitchFamily="50" charset="0"/>
              </a:rPr>
              <a:t>Morpher</a:t>
            </a:r>
            <a:r>
              <a:rPr lang="fr-FR" dirty="0">
                <a:latin typeface="OCR A Extended" panose="02010509020102010303" pitchFamily="50" charset="0"/>
              </a:rPr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08A4F381-153B-0BD3-1377-86F93DE6B5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err="1"/>
              <a:t>Ilyesse</a:t>
            </a:r>
            <a:r>
              <a:rPr lang="fr-FR" dirty="0"/>
              <a:t> parle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E23F1EA-638D-88BD-9473-0D8A0B0FD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FE024F78-56A6-7740-B68D-8D4D026EDF3F}" type="slidenum">
              <a:rPr lang="fr-FR" smtClean="0">
                <a:latin typeface="OCR A Extended" panose="02010509020102010303" pitchFamily="50" charset="0"/>
              </a:rPr>
              <a:pPr rtl="0"/>
              <a:t>2</a:t>
            </a:fld>
            <a:r>
              <a:rPr lang="fr-FR" dirty="0">
                <a:latin typeface="OCR A Extended" panose="02010509020102010303" pitchFamily="50" charset="0"/>
              </a:rPr>
              <a:t>/8</a:t>
            </a:r>
          </a:p>
        </p:txBody>
      </p:sp>
    </p:spTree>
    <p:extLst>
      <p:ext uri="{BB962C8B-B14F-4D97-AF65-F5344CB8AC3E}">
        <p14:creationId xmlns:p14="http://schemas.microsoft.com/office/powerpoint/2010/main" val="656494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EE801C-FEF8-9B30-5D8B-C8CCD74FE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OCR A Extended" panose="02010509020102010303" pitchFamily="50" charset="0"/>
              </a:rPr>
              <a:t>Objectif et la Promesse</a:t>
            </a:r>
          </a:p>
        </p:txBody>
      </p:sp>
      <p:pic>
        <p:nvPicPr>
          <p:cNvPr id="18" name="Espace réservé du contenu 17" descr="Une image contenant Dessin au trait, croquis, dessin, illustration&#10;&#10;Le contenu généré par l’IA peut être incorrect.">
            <a:extLst>
              <a:ext uri="{FF2B5EF4-FFF2-40B4-BE49-F238E27FC236}">
                <a16:creationId xmlns:a16="http://schemas.microsoft.com/office/drawing/2014/main" id="{BEDF3685-D0D5-C9F2-DE5E-445CC30E5E6E}"/>
              </a:ext>
            </a:extLst>
          </p:cNvPr>
          <p:cNvPicPr>
            <a:picLocks noGrp="1" noChangeAspect="1"/>
          </p:cNvPicPr>
          <p:nvPr>
            <p:ph sz="quarter" idx="35"/>
          </p:nvPr>
        </p:nvPicPr>
        <p:blipFill>
          <a:blip r:embed="rId2"/>
          <a:stretch>
            <a:fillRect/>
          </a:stretch>
        </p:blipFill>
        <p:spPr>
          <a:xfrm>
            <a:off x="1320109" y="2674766"/>
            <a:ext cx="3357621" cy="2518216"/>
          </a:xfrm>
        </p:spPr>
      </p:pic>
      <p:pic>
        <p:nvPicPr>
          <p:cNvPr id="20" name="Espace réservé du contenu 19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129FFD22-8A2F-8639-8F0B-B9F092F2FE5E}"/>
              </a:ext>
            </a:extLst>
          </p:cNvPr>
          <p:cNvPicPr>
            <a:picLocks noGrp="1" noChangeAspect="1"/>
          </p:cNvPicPr>
          <p:nvPr>
            <p:ph sz="quarter" idx="36"/>
          </p:nvPr>
        </p:nvPicPr>
        <p:blipFill>
          <a:blip r:embed="rId3"/>
          <a:stretch>
            <a:fillRect/>
          </a:stretch>
        </p:blipFill>
        <p:spPr>
          <a:xfrm>
            <a:off x="1429975" y="2789695"/>
            <a:ext cx="1016981" cy="292382"/>
          </a:xfr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D485D25-02E6-CD61-A7AB-19E352CFB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FE024F78-56A6-7740-B68D-8D4D026EDF3F}" type="slidenum">
              <a:rPr lang="fr-FR" smtClean="0">
                <a:latin typeface="OCR A Extended" panose="02010509020102010303" pitchFamily="50" charset="0"/>
              </a:rPr>
              <a:pPr rtl="0"/>
              <a:t>3</a:t>
            </a:fld>
            <a:r>
              <a:rPr lang="fr-FR" dirty="0">
                <a:latin typeface="OCR A Extended" panose="02010509020102010303" pitchFamily="50" charset="0"/>
              </a:rPr>
              <a:t>/8</a:t>
            </a:r>
          </a:p>
        </p:txBody>
      </p:sp>
      <p:pic>
        <p:nvPicPr>
          <p:cNvPr id="22" name="Image 21" descr="Une image contenant Graphique&#10;&#10;Le contenu généré par l’IA peut être incorrect.">
            <a:extLst>
              <a:ext uri="{FF2B5EF4-FFF2-40B4-BE49-F238E27FC236}">
                <a16:creationId xmlns:a16="http://schemas.microsoft.com/office/drawing/2014/main" id="{9CBAC359-045B-9711-664A-5613E9B56F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2590" y="2959381"/>
            <a:ext cx="1015140" cy="676760"/>
          </a:xfrm>
          <a:prstGeom prst="rect">
            <a:avLst/>
          </a:prstGeom>
        </p:spPr>
      </p:pic>
      <p:pic>
        <p:nvPicPr>
          <p:cNvPr id="24" name="Image 23" descr="Une image contenant texte, Police, Graphique, graphisme&#10;&#10;Le contenu généré par l’IA peut être incorrect.">
            <a:extLst>
              <a:ext uri="{FF2B5EF4-FFF2-40B4-BE49-F238E27FC236}">
                <a16:creationId xmlns:a16="http://schemas.microsoft.com/office/drawing/2014/main" id="{1EFD0C3D-FC98-5048-D8D8-89BD0544F2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9975" y="4514468"/>
            <a:ext cx="1079470" cy="319976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6E3D957A-9FBA-DBD0-067E-1407C788D0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89224" y="4401402"/>
            <a:ext cx="1503265" cy="182036"/>
          </a:xfrm>
          <a:prstGeom prst="rect">
            <a:avLst/>
          </a:prstGeom>
        </p:spPr>
      </p:pic>
      <p:sp>
        <p:nvSpPr>
          <p:cNvPr id="29" name="Flèche : droite 28">
            <a:extLst>
              <a:ext uri="{FF2B5EF4-FFF2-40B4-BE49-F238E27FC236}">
                <a16:creationId xmlns:a16="http://schemas.microsoft.com/office/drawing/2014/main" id="{BF37D223-0964-A870-B718-FEAB7231B1C6}"/>
              </a:ext>
            </a:extLst>
          </p:cNvPr>
          <p:cNvSpPr/>
          <p:nvPr/>
        </p:nvSpPr>
        <p:spPr>
          <a:xfrm>
            <a:off x="5251342" y="3595494"/>
            <a:ext cx="1689315" cy="676760"/>
          </a:xfrm>
          <a:prstGeom prst="rightArrow">
            <a:avLst>
              <a:gd name="adj1" fmla="val 50000"/>
              <a:gd name="adj2" fmla="val 101527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Sous-titre 3">
            <a:extLst>
              <a:ext uri="{FF2B5EF4-FFF2-40B4-BE49-F238E27FC236}">
                <a16:creationId xmlns:a16="http://schemas.microsoft.com/office/drawing/2014/main" id="{1C05F6DE-61A7-70BD-043E-D41460B648F5}"/>
              </a:ext>
            </a:extLst>
          </p:cNvPr>
          <p:cNvSpPr txBox="1">
            <a:spLocks/>
          </p:cNvSpPr>
          <p:nvPr/>
        </p:nvSpPr>
        <p:spPr>
          <a:xfrm>
            <a:off x="5208216" y="2197862"/>
            <a:ext cx="6983784" cy="16169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fr-F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3200" kern="1200" cap="all" spc="0" baseline="0">
                <a:solidFill>
                  <a:schemeClr val="accent3">
                    <a:lumMod val="75000"/>
                  </a:schemeClr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fr-FR" sz="2400" dirty="0" err="1">
                <a:latin typeface="THE WIREFRAME Demo" panose="02000500000000000000" pitchFamily="2" charset="0"/>
              </a:rPr>
              <a:t>Netmorph</a:t>
            </a:r>
            <a:endParaRPr lang="fr-FR" sz="2400" dirty="0">
              <a:latin typeface="THE WIREFRAME Demo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8396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50527A-20AC-763D-2DE0-397E70307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OCR A Extended" panose="02010509020102010303" pitchFamily="50" charset="0"/>
              </a:rPr>
              <a:t>Fonctionnalités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DB79F57F-DD5D-F20D-9142-95E54C80B7C7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373002" y="2474811"/>
            <a:ext cx="3865066" cy="837767"/>
          </a:xfrm>
        </p:spPr>
        <p:txBody>
          <a:bodyPr/>
          <a:lstStyle/>
          <a:p>
            <a:pPr algn="ctr"/>
            <a:r>
              <a:rPr lang="fr-FR" dirty="0">
                <a:latin typeface="OCR A Extended" panose="02010509020102010303" pitchFamily="50" charset="0"/>
              </a:rPr>
              <a:t>Création de fichiers de configurations</a:t>
            </a:r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8DDDFC00-3FD2-13C3-4C15-CBA0E73E9CCE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995159" y="2474811"/>
            <a:ext cx="3752916" cy="772908"/>
          </a:xfrm>
        </p:spPr>
        <p:txBody>
          <a:bodyPr/>
          <a:lstStyle/>
          <a:p>
            <a:pPr algn="ctr"/>
            <a:r>
              <a:rPr lang="fr-FR" dirty="0">
                <a:latin typeface="OCR A Extended" panose="02010509020102010303" pitchFamily="50" charset="0"/>
              </a:rPr>
              <a:t>Analyse de fichiers de configurations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8D3D732-2B50-1826-A674-6FEE78AD5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fr-FR" smtClean="0">
                <a:latin typeface="OCR A Extended" panose="02010509020102010303" pitchFamily="50" charset="0"/>
              </a:rPr>
              <a:pPr/>
              <a:t>4</a:t>
            </a:fld>
            <a:r>
              <a:rPr lang="fr-FR" dirty="0">
                <a:latin typeface="OCR A Extended" panose="02010509020102010303" pitchFamily="50" charset="0"/>
              </a:rPr>
              <a:t>/8</a:t>
            </a:r>
          </a:p>
        </p:txBody>
      </p:sp>
      <p:sp>
        <p:nvSpPr>
          <p:cNvPr id="11" name="Flèche : droite 10">
            <a:extLst>
              <a:ext uri="{FF2B5EF4-FFF2-40B4-BE49-F238E27FC236}">
                <a16:creationId xmlns:a16="http://schemas.microsoft.com/office/drawing/2014/main" id="{8600ADF5-FA2C-AF8B-79C6-E37FC53B22B4}"/>
              </a:ext>
            </a:extLst>
          </p:cNvPr>
          <p:cNvSpPr/>
          <p:nvPr/>
        </p:nvSpPr>
        <p:spPr>
          <a:xfrm rot="3436546">
            <a:off x="4544703" y="4176222"/>
            <a:ext cx="1334237" cy="268410"/>
          </a:xfrm>
          <a:prstGeom prst="rightArrow">
            <a:avLst>
              <a:gd name="adj1" fmla="val 50000"/>
              <a:gd name="adj2" fmla="val 176012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53B3502E-E453-1401-0B79-772F4871F235}"/>
              </a:ext>
            </a:extLst>
          </p:cNvPr>
          <p:cNvSpPr/>
          <p:nvPr/>
        </p:nvSpPr>
        <p:spPr>
          <a:xfrm rot="6956080">
            <a:off x="7083943" y="4176223"/>
            <a:ext cx="1334237" cy="268410"/>
          </a:xfrm>
          <a:prstGeom prst="rightArrow">
            <a:avLst>
              <a:gd name="adj1" fmla="val 50000"/>
              <a:gd name="adj2" fmla="val 176012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space réservé du contenu 8">
            <a:extLst>
              <a:ext uri="{FF2B5EF4-FFF2-40B4-BE49-F238E27FC236}">
                <a16:creationId xmlns:a16="http://schemas.microsoft.com/office/drawing/2014/main" id="{DABD2BC7-E0CF-9022-BD1E-9B1353AE48FC}"/>
              </a:ext>
            </a:extLst>
          </p:cNvPr>
          <p:cNvSpPr txBox="1">
            <a:spLocks/>
          </p:cNvSpPr>
          <p:nvPr/>
        </p:nvSpPr>
        <p:spPr>
          <a:xfrm>
            <a:off x="4671917" y="5187014"/>
            <a:ext cx="3865066" cy="8377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fr-FR"/>
            </a:defPPr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fr-FR" sz="1800" kern="1200" spc="0" baseline="0">
                <a:solidFill>
                  <a:schemeClr val="bg1"/>
                </a:solidFill>
                <a:latin typeface="+mn-lt"/>
                <a:ea typeface="+mn-ea"/>
                <a:cs typeface="Biome" panose="020B0503030204020804" pitchFamily="34" charset="0"/>
              </a:defRPr>
            </a:lvl1pPr>
            <a:lvl2pPr marL="283464" indent="-28575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lang="fr-FR"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dirty="0">
                <a:latin typeface="OCR A Extended" panose="02010509020102010303" pitchFamily="50" charset="0"/>
              </a:rPr>
              <a:t>Traduction automatique de fichiers de configurations</a:t>
            </a:r>
          </a:p>
        </p:txBody>
      </p:sp>
    </p:spTree>
    <p:extLst>
      <p:ext uri="{BB962C8B-B14F-4D97-AF65-F5344CB8AC3E}">
        <p14:creationId xmlns:p14="http://schemas.microsoft.com/office/powerpoint/2010/main" val="2178630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1319E-5817-FBA8-65EB-17D578919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7661C33F-9CAD-1120-2897-06C12A4CBE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err="1"/>
              <a:t>Ilyesse</a:t>
            </a:r>
            <a:r>
              <a:rPr lang="fr-FR" dirty="0"/>
              <a:t> parle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A105778-A72E-D16F-ACCC-EFC5F7EF0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fr-FR" smtClean="0">
                <a:latin typeface="OCR A Extended" panose="02010509020102010303" pitchFamily="50" charset="0"/>
              </a:rPr>
              <a:pPr/>
              <a:t>5</a:t>
            </a:fld>
            <a:r>
              <a:rPr lang="fr-FR" dirty="0">
                <a:latin typeface="OCR A Extended" panose="02010509020102010303" pitchFamily="50" charset="0"/>
              </a:rPr>
              <a:t>/8</a:t>
            </a:r>
          </a:p>
        </p:txBody>
      </p:sp>
    </p:spTree>
    <p:extLst>
      <p:ext uri="{BB962C8B-B14F-4D97-AF65-F5344CB8AC3E}">
        <p14:creationId xmlns:p14="http://schemas.microsoft.com/office/powerpoint/2010/main" val="3622403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75F86B-CEDD-96C1-B2BD-709AAD79F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OCR A Extended" panose="02010509020102010303" pitchFamily="50" charset="0"/>
              </a:rPr>
              <a:t>Budget, risques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2877D90-A162-77FC-9A5C-892B22871A54}"/>
              </a:ext>
            </a:extLst>
          </p:cNvPr>
          <p:cNvSpPr>
            <a:spLocks noGrp="1"/>
          </p:cNvSpPr>
          <p:nvPr>
            <p:ph sz="quarter" idx="31"/>
          </p:nvPr>
        </p:nvSpPr>
        <p:spPr/>
        <p:txBody>
          <a:bodyPr/>
          <a:lstStyle/>
          <a:p>
            <a:r>
              <a:rPr lang="fr-FR" dirty="0">
                <a:latin typeface="OCR A Extended" panose="02010509020102010303" pitchFamily="50" charset="0"/>
              </a:rPr>
              <a:t>Budget humain: 150h</a:t>
            </a:r>
          </a:p>
          <a:p>
            <a:r>
              <a:rPr lang="fr-FR" dirty="0">
                <a:latin typeface="OCR A Extended" panose="02010509020102010303" pitchFamily="50" charset="0"/>
              </a:rPr>
              <a:t>Licences firewall</a:t>
            </a:r>
          </a:p>
          <a:p>
            <a:endParaRPr lang="fr-FR" dirty="0">
              <a:latin typeface="OCR A Extended" panose="02010509020102010303" pitchFamily="50" charset="0"/>
            </a:endParaRPr>
          </a:p>
          <a:p>
            <a:r>
              <a:rPr lang="fr-FR" dirty="0">
                <a:latin typeface="OCR A Extended" panose="02010509020102010303" pitchFamily="50" charset="0"/>
              </a:rPr>
              <a:t>Format XML pouvant changer</a:t>
            </a:r>
          </a:p>
          <a:p>
            <a:r>
              <a:rPr lang="fr-FR" dirty="0">
                <a:latin typeface="OCR A Extended" panose="02010509020102010303" pitchFamily="50" charset="0"/>
              </a:rPr>
              <a:t>Différences d’implémentation</a:t>
            </a:r>
          </a:p>
          <a:p>
            <a:r>
              <a:rPr lang="fr-FR" dirty="0">
                <a:latin typeface="OCR A Extended" panose="02010509020102010303" pitchFamily="50" charset="0"/>
              </a:rPr>
              <a:t>Équipe réduite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87BA035-1587-E17B-4299-8CF4EE888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fr-FR" smtClean="0">
                <a:latin typeface="OCR A Extended" panose="02010509020102010303" pitchFamily="50" charset="0"/>
              </a:rPr>
              <a:pPr/>
              <a:t>6</a:t>
            </a:fld>
            <a:r>
              <a:rPr lang="fr-FR" dirty="0">
                <a:latin typeface="OCR A Extended" panose="02010509020102010303" pitchFamily="50" charset="0"/>
              </a:rPr>
              <a:t>/8</a:t>
            </a:r>
          </a:p>
        </p:txBody>
      </p:sp>
    </p:spTree>
    <p:extLst>
      <p:ext uri="{BB962C8B-B14F-4D97-AF65-F5344CB8AC3E}">
        <p14:creationId xmlns:p14="http://schemas.microsoft.com/office/powerpoint/2010/main" val="2016972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EDECF-B372-52E6-1559-BB363388D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11EF4089-2FA4-DADC-89EA-1FEC4B5B28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err="1"/>
              <a:t>Ilyesse</a:t>
            </a:r>
            <a:r>
              <a:rPr lang="fr-FR" dirty="0"/>
              <a:t> parle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27FABC9-3381-77B8-9416-05E1C5212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fr-FR" smtClean="0">
                <a:latin typeface="OCR A Extended" panose="02010509020102010303" pitchFamily="50" charset="0"/>
              </a:rPr>
              <a:pPr/>
              <a:t>7</a:t>
            </a:fld>
            <a:r>
              <a:rPr lang="fr-FR" dirty="0">
                <a:latin typeface="OCR A Extended" panose="02010509020102010303" pitchFamily="50" charset="0"/>
              </a:rPr>
              <a:t>/8</a:t>
            </a:r>
          </a:p>
        </p:txBody>
      </p:sp>
    </p:spTree>
    <p:extLst>
      <p:ext uri="{BB962C8B-B14F-4D97-AF65-F5344CB8AC3E}">
        <p14:creationId xmlns:p14="http://schemas.microsoft.com/office/powerpoint/2010/main" val="360535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0A91EA-0BB9-A044-353D-D4AD73A45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latin typeface="OCR A Extended" panose="02010509020102010303" pitchFamily="50" charset="0"/>
              </a:rPr>
              <a:t>NETMORPH (logo)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6E917DD-D4D7-1A3F-905A-AD404B05D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fr-FR" smtClean="0">
                <a:latin typeface="OCR A Extended" panose="02010509020102010303" pitchFamily="50" charset="0"/>
              </a:rPr>
              <a:pPr/>
              <a:t>8</a:t>
            </a:fld>
            <a:r>
              <a:rPr lang="fr-FR" dirty="0">
                <a:latin typeface="OCR A Extended" panose="02010509020102010303" pitchFamily="50" charset="0"/>
              </a:rPr>
              <a:t>/8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5A6450B-4B3A-E125-BCEE-0D7049FA9F1B}"/>
              </a:ext>
            </a:extLst>
          </p:cNvPr>
          <p:cNvSpPr txBox="1"/>
          <p:nvPr/>
        </p:nvSpPr>
        <p:spPr>
          <a:xfrm>
            <a:off x="1288548" y="4813042"/>
            <a:ext cx="2787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OCR A Extended" panose="02010509020102010303" pitchFamily="50" charset="0"/>
              </a:rPr>
              <a:t>Tanguy Petiaud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0D5C110-FF43-5AED-D45C-B275735FB4C4}"/>
              </a:ext>
            </a:extLst>
          </p:cNvPr>
          <p:cNvSpPr txBox="1"/>
          <p:nvPr/>
        </p:nvSpPr>
        <p:spPr>
          <a:xfrm>
            <a:off x="1288548" y="5274707"/>
            <a:ext cx="27767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OCR A Extended" panose="02010509020102010303" pitchFamily="50" charset="0"/>
              </a:rPr>
              <a:t>Responsable Technique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E4430D6-7FCA-616B-4B32-795724A56F73}"/>
              </a:ext>
            </a:extLst>
          </p:cNvPr>
          <p:cNvSpPr txBox="1"/>
          <p:nvPr/>
        </p:nvSpPr>
        <p:spPr>
          <a:xfrm>
            <a:off x="4603446" y="4842477"/>
            <a:ext cx="2973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4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OCR A Extended" panose="02010509020102010303" pitchFamily="50" charset="0"/>
              </a:rPr>
              <a:t>Ilyesse</a:t>
            </a:r>
            <a:r>
              <a:rPr lang="fr-FR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OCR A Extended" panose="02010509020102010303" pitchFamily="50" charset="0"/>
              </a:rPr>
              <a:t> </a:t>
            </a:r>
            <a:r>
              <a:rPr lang="fr-FR" sz="24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OCR A Extended" panose="02010509020102010303" pitchFamily="50" charset="0"/>
              </a:rPr>
              <a:t>Kebaili</a:t>
            </a:r>
            <a:endParaRPr lang="fr-FR" sz="2400" dirty="0">
              <a:solidFill>
                <a:schemeClr val="accent4">
                  <a:lumMod val="60000"/>
                  <a:lumOff val="40000"/>
                </a:schemeClr>
              </a:solidFill>
              <a:latin typeface="OCR A Extended" panose="02010509020102010303" pitchFamily="50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43ED138-802D-6699-9BC8-FA0932F4EA88}"/>
              </a:ext>
            </a:extLst>
          </p:cNvPr>
          <p:cNvSpPr txBox="1"/>
          <p:nvPr/>
        </p:nvSpPr>
        <p:spPr>
          <a:xfrm>
            <a:off x="5128429" y="5304142"/>
            <a:ext cx="19127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OCR A Extended" panose="02010509020102010303" pitchFamily="50" charset="0"/>
              </a:rPr>
              <a:t>Chef de Projet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43958D9-AFF1-8FAD-D735-4F87FEB7C2EA}"/>
              </a:ext>
            </a:extLst>
          </p:cNvPr>
          <p:cNvSpPr txBox="1"/>
          <p:nvPr/>
        </p:nvSpPr>
        <p:spPr>
          <a:xfrm>
            <a:off x="7929563" y="4813042"/>
            <a:ext cx="31598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OCR A Extended" panose="02010509020102010303" pitchFamily="50" charset="0"/>
              </a:rPr>
              <a:t>Nicolas Martinez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BE3C5B3-5F73-D76C-4DD3-C207E20B8A01}"/>
              </a:ext>
            </a:extLst>
          </p:cNvPr>
          <p:cNvSpPr txBox="1"/>
          <p:nvPr/>
        </p:nvSpPr>
        <p:spPr>
          <a:xfrm>
            <a:off x="8053797" y="5274707"/>
            <a:ext cx="29001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OCR A Extended" panose="02010509020102010303" pitchFamily="50" charset="0"/>
              </a:rPr>
              <a:t>Responsable Com/Budget</a:t>
            </a:r>
          </a:p>
        </p:txBody>
      </p:sp>
      <p:pic>
        <p:nvPicPr>
          <p:cNvPr id="14" name="Image 13" descr="Une image contenant Visage humain, personne, Front, Selfie&#10;&#10;Le contenu généré par l’IA peut être incorrect.">
            <a:extLst>
              <a:ext uri="{FF2B5EF4-FFF2-40B4-BE49-F238E27FC236}">
                <a16:creationId xmlns:a16="http://schemas.microsoft.com/office/drawing/2014/main" id="{0ACA42B9-9168-0842-737E-10F19002E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959" y="2691155"/>
            <a:ext cx="1475690" cy="1475690"/>
          </a:xfrm>
          <a:prstGeom prst="ellipse">
            <a:avLst/>
          </a:prstGeom>
          <a:effectLst>
            <a:softEdge rad="0"/>
          </a:effectLst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81BB2047-AD0E-FA12-C053-36829AABCD69}"/>
              </a:ext>
            </a:extLst>
          </p:cNvPr>
          <p:cNvSpPr/>
          <p:nvPr/>
        </p:nvSpPr>
        <p:spPr>
          <a:xfrm>
            <a:off x="8776691" y="2781597"/>
            <a:ext cx="1319842" cy="1372444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9284B9E2-8B57-8C03-41A0-DE9674C6294C}"/>
              </a:ext>
            </a:extLst>
          </p:cNvPr>
          <p:cNvSpPr/>
          <p:nvPr/>
        </p:nvSpPr>
        <p:spPr>
          <a:xfrm>
            <a:off x="5358155" y="2781597"/>
            <a:ext cx="1475690" cy="1372444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5939136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49600_TF11936837_Win32" id="{70EA47D8-BF97-41C7-A938-8129D3ABCA78}" vid="{1BCC3B6B-BAF1-48BD-9EED-6CD6B5C31AE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2BC13760E88D489CB4FD6438024BCC" ma:contentTypeVersion="5" ma:contentTypeDescription="Crée un document." ma:contentTypeScope="" ma:versionID="4dc1004455c39aa4997efbb3beebdb0b">
  <xsd:schema xmlns:xsd="http://www.w3.org/2001/XMLSchema" xmlns:xs="http://www.w3.org/2001/XMLSchema" xmlns:p="http://schemas.microsoft.com/office/2006/metadata/properties" xmlns:ns3="1ebd1455-621d-40b7-974e-f4c93fd0cf4c" targetNamespace="http://schemas.microsoft.com/office/2006/metadata/properties" ma:root="true" ma:fieldsID="31f02e4ab86a5f39029338a1aab5a11e" ns3:_="">
    <xsd:import namespace="1ebd1455-621d-40b7-974e-f4c93fd0cf4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bd1455-621d-40b7-974e-f4c93fd0cf4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ebd1455-621d-40b7-974e-f4c93fd0cf4c" xsi:nil="true"/>
  </documentManagement>
</p:properties>
</file>

<file path=customXml/itemProps1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D49F245-F5D9-4BE8-80DC-2A19AE3CBDD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ebd1455-621d-40b7-974e-f4c93fd0cf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305301E-11B3-4B9D-A588-21F3C9809371}">
  <ds:schemaRefs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dcmitype/"/>
    <ds:schemaRef ds:uri="http://purl.org/dc/elements/1.1/"/>
    <ds:schemaRef ds:uri="1ebd1455-621d-40b7-974e-f4c93fd0cf4c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Présentation de résultats scientifiques</Template>
  <TotalTime>1741</TotalTime>
  <Words>81</Words>
  <Application>Microsoft Office PowerPoint</Application>
  <PresentationFormat>Grand écran</PresentationFormat>
  <Paragraphs>33</Paragraphs>
  <Slides>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5" baseType="lpstr">
      <vt:lpstr>Arial</vt:lpstr>
      <vt:lpstr>Arial Nova</vt:lpstr>
      <vt:lpstr>Biome</vt:lpstr>
      <vt:lpstr>Calibri</vt:lpstr>
      <vt:lpstr>OCR A Extended</vt:lpstr>
      <vt:lpstr>THE WIREFRAME Demo</vt:lpstr>
      <vt:lpstr>Personnalisé</vt:lpstr>
      <vt:lpstr>Netmorph</vt:lpstr>
      <vt:lpstr>Présentation PowerPoint</vt:lpstr>
      <vt:lpstr>Objectif et la Promesse</vt:lpstr>
      <vt:lpstr>Fonctionnalités</vt:lpstr>
      <vt:lpstr>Présentation PowerPoint</vt:lpstr>
      <vt:lpstr>Budget, risques</vt:lpstr>
      <vt:lpstr>Présentation PowerPoint</vt:lpstr>
      <vt:lpstr>NETMORPH (logo)</vt:lpstr>
    </vt:vector>
  </TitlesOfParts>
  <Company>VINCI Energies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KEBAILI Ilyesse-Ahmed</dc:creator>
  <cp:lastModifiedBy>KEBAILI Ilyesse-Ahmed</cp:lastModifiedBy>
  <cp:revision>5</cp:revision>
  <dcterms:created xsi:type="dcterms:W3CDTF">2025-12-02T17:26:05Z</dcterms:created>
  <dcterms:modified xsi:type="dcterms:W3CDTF">2025-12-09T18:09:19Z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0x010100A02BC13760E88D489CB4FD6438024BCC</vt:lpwstr>
  </property>
  <property fmtid="{D5CDD505-2E9C-101B-9397-08002B2CF9AE}" pid="3" name="MSIP_Label_838bae5f-504f-4d9a-95d5-b7d0d721f9de_Enabled">
    <vt:lpwstr>true</vt:lpwstr>
  </property>
  <property fmtid="{D5CDD505-2E9C-101B-9397-08002B2CF9AE}" pid="4" name="MSIP_Label_838bae5f-504f-4d9a-95d5-b7d0d721f9de_SetDate">
    <vt:lpwstr>2025-12-02T17:47:51Z</vt:lpwstr>
  </property>
  <property fmtid="{D5CDD505-2E9C-101B-9397-08002B2CF9AE}" pid="5" name="MSIP_Label_838bae5f-504f-4d9a-95d5-b7d0d721f9de_Method">
    <vt:lpwstr>Standard</vt:lpwstr>
  </property>
  <property fmtid="{D5CDD505-2E9C-101B-9397-08002B2CF9AE}" pid="6" name="MSIP_Label_838bae5f-504f-4d9a-95d5-b7d0d721f9de_Name">
    <vt:lpwstr>EN - C2-Restricted</vt:lpwstr>
  </property>
  <property fmtid="{D5CDD505-2E9C-101B-9397-08002B2CF9AE}" pid="7" name="MSIP_Label_838bae5f-504f-4d9a-95d5-b7d0d721f9de_SiteId">
    <vt:lpwstr>cae7d061-08f3-40dd-80c3-3c0b8889224a</vt:lpwstr>
  </property>
  <property fmtid="{D5CDD505-2E9C-101B-9397-08002B2CF9AE}" pid="8" name="MSIP_Label_838bae5f-504f-4d9a-95d5-b7d0d721f9de_ActionId">
    <vt:lpwstr>bdfe2e9a-f0c3-4090-857b-53f6c7729690</vt:lpwstr>
  </property>
  <property fmtid="{D5CDD505-2E9C-101B-9397-08002B2CF9AE}" pid="9" name="MSIP_Label_838bae5f-504f-4d9a-95d5-b7d0d721f9de_ContentBits">
    <vt:lpwstr>2</vt:lpwstr>
  </property>
  <property fmtid="{D5CDD505-2E9C-101B-9397-08002B2CF9AE}" pid="10" name="ClassificationContentMarkingFooterLocations">
    <vt:lpwstr>Personnalisé:8</vt:lpwstr>
  </property>
  <property fmtid="{D5CDD505-2E9C-101B-9397-08002B2CF9AE}" pid="11" name="ClassificationContentMarkingFooterText">
    <vt:lpwstr>C2 - Restricted</vt:lpwstr>
  </property>
</Properties>
</file>